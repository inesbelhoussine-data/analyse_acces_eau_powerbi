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70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846EC-D276-4088-AB4E-C48EF6F804CD}" v="8" dt="2026-08-28T19:34:53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es Belhoussine" userId="8779269a92f3eda0" providerId="LiveId" clId="{EDAE93F2-2B1F-4FE5-BBF4-E2EB8FC2390D}"/>
    <pc:docChg chg="undo custSel addSld delSld modSld">
      <pc:chgData name="Ines Belhoussine" userId="8779269a92f3eda0" providerId="LiveId" clId="{EDAE93F2-2B1F-4FE5-BBF4-E2EB8FC2390D}" dt="2026-08-29T01:06:27.283" v="3360" actId="207"/>
      <pc:docMkLst>
        <pc:docMk/>
      </pc:docMkLst>
      <pc:sldChg chg="addSp delSp modSp mod">
        <pc:chgData name="Ines Belhoussine" userId="8779269a92f3eda0" providerId="LiveId" clId="{EDAE93F2-2B1F-4FE5-BBF4-E2EB8FC2390D}" dt="2026-08-29T01:05:12.723" v="3340" actId="478"/>
        <pc:sldMkLst>
          <pc:docMk/>
          <pc:sldMk cId="0" sldId="256"/>
        </pc:sldMkLst>
        <pc:picChg chg="del">
          <ac:chgData name="Ines Belhoussine" userId="8779269a92f3eda0" providerId="LiveId" clId="{EDAE93F2-2B1F-4FE5-BBF4-E2EB8FC2390D}" dt="2026-08-29T01:05:12.723" v="3340" actId="478"/>
          <ac:picMkLst>
            <pc:docMk/>
            <pc:sldMk cId="0" sldId="256"/>
            <ac:picMk id="10" creationId="{9AED0C9D-213C-2138-35F5-9B8A450E38E8}"/>
          </ac:picMkLst>
        </pc:picChg>
        <pc:picChg chg="add mod">
          <ac:chgData name="Ines Belhoussine" userId="8779269a92f3eda0" providerId="LiveId" clId="{EDAE93F2-2B1F-4FE5-BBF4-E2EB8FC2390D}" dt="2026-08-29T01:05:11.350" v="3339" actId="1076"/>
          <ac:picMkLst>
            <pc:docMk/>
            <pc:sldMk cId="0" sldId="256"/>
            <ac:picMk id="11" creationId="{C4B54713-8DAB-7B1E-C3A6-AF6BA9316F7B}"/>
          </ac:picMkLst>
        </pc:picChg>
      </pc:sldChg>
      <pc:sldChg chg="addSp delSp modSp mod">
        <pc:chgData name="Ines Belhoussine" userId="8779269a92f3eda0" providerId="LiveId" clId="{EDAE93F2-2B1F-4FE5-BBF4-E2EB8FC2390D}" dt="2026-08-29T01:06:27.283" v="3360" actId="207"/>
        <pc:sldMkLst>
          <pc:docMk/>
          <pc:sldMk cId="0" sldId="258"/>
        </pc:sldMkLst>
        <pc:spChg chg="mod">
          <ac:chgData name="Ines Belhoussine" userId="8779269a92f3eda0" providerId="LiveId" clId="{EDAE93F2-2B1F-4FE5-BBF4-E2EB8FC2390D}" dt="2026-08-28T19:34:07.129" v="3046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9T01:06:27.283" v="3360" actId="207"/>
          <ac:spMkLst>
            <pc:docMk/>
            <pc:sldMk cId="0" sldId="258"/>
            <ac:spMk id="10" creationId="{00000000-0000-0000-0000-000000000000}"/>
          </ac:spMkLst>
        </pc:spChg>
        <pc:picChg chg="add del">
          <ac:chgData name="Ines Belhoussine" userId="8779269a92f3eda0" providerId="LiveId" clId="{EDAE93F2-2B1F-4FE5-BBF4-E2EB8FC2390D}" dt="2026-08-29T01:05:17.542" v="3341" actId="478"/>
          <ac:picMkLst>
            <pc:docMk/>
            <pc:sldMk cId="0" sldId="258"/>
            <ac:picMk id="18" creationId="{0F7FC20A-B9C4-5B23-CACD-9E540E4C96A5}"/>
          </ac:picMkLst>
        </pc:picChg>
        <pc:picChg chg="add">
          <ac:chgData name="Ines Belhoussine" userId="8779269a92f3eda0" providerId="LiveId" clId="{EDAE93F2-2B1F-4FE5-BBF4-E2EB8FC2390D}" dt="2026-08-29T01:05:17.741" v="3342" actId="22"/>
          <ac:picMkLst>
            <pc:docMk/>
            <pc:sldMk cId="0" sldId="258"/>
            <ac:picMk id="24" creationId="{E8D561CF-A539-94AC-36F8-54E14D200519}"/>
          </ac:picMkLst>
        </pc:picChg>
      </pc:sldChg>
      <pc:sldChg chg="addSp delSp modSp mod">
        <pc:chgData name="Ines Belhoussine" userId="8779269a92f3eda0" providerId="LiveId" clId="{EDAE93F2-2B1F-4FE5-BBF4-E2EB8FC2390D}" dt="2026-08-29T01:05:21.556" v="3344" actId="22"/>
        <pc:sldMkLst>
          <pc:docMk/>
          <pc:sldMk cId="0" sldId="259"/>
        </pc:sldMkLst>
        <pc:spChg chg="mod">
          <ac:chgData name="Ines Belhoussine" userId="8779269a92f3eda0" providerId="LiveId" clId="{EDAE93F2-2B1F-4FE5-BBF4-E2EB8FC2390D}" dt="2026-08-28T18:55:29.798" v="53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8:56:30.840" v="148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5:50.928" v="3003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8:56:36.858" v="149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5:53.467" v="3004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8:58:00.269" v="233" actId="122"/>
          <ac:spMkLst>
            <pc:docMk/>
            <pc:sldMk cId="0" sldId="259"/>
            <ac:spMk id="13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5:56.319" v="3005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8:58:32.201" v="306" actId="122"/>
          <ac:spMkLst>
            <pc:docMk/>
            <pc:sldMk cId="0" sldId="259"/>
            <ac:spMk id="16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5:58.327" v="3006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9T00:34:01.454" v="3305" actId="20577"/>
          <ac:spMkLst>
            <pc:docMk/>
            <pc:sldMk cId="0" sldId="259"/>
            <ac:spMk id="18" creationId="{00000000-0000-0000-0000-000000000000}"/>
          </ac:spMkLst>
        </pc:spChg>
        <pc:picChg chg="add del">
          <ac:chgData name="Ines Belhoussine" userId="8779269a92f3eda0" providerId="LiveId" clId="{EDAE93F2-2B1F-4FE5-BBF4-E2EB8FC2390D}" dt="2026-08-29T01:05:20.691" v="3343" actId="478"/>
          <ac:picMkLst>
            <pc:docMk/>
            <pc:sldMk cId="0" sldId="259"/>
            <ac:picMk id="20" creationId="{3D096F78-4EE6-A310-68C8-2A4F1D54BFF8}"/>
          </ac:picMkLst>
        </pc:picChg>
        <pc:picChg chg="add">
          <ac:chgData name="Ines Belhoussine" userId="8779269a92f3eda0" providerId="LiveId" clId="{EDAE93F2-2B1F-4FE5-BBF4-E2EB8FC2390D}" dt="2026-08-29T01:05:21.556" v="3344" actId="22"/>
          <ac:picMkLst>
            <pc:docMk/>
            <pc:sldMk cId="0" sldId="259"/>
            <ac:picMk id="22" creationId="{23290955-7ACE-AD1A-A670-93785694452F}"/>
          </ac:picMkLst>
        </pc:picChg>
      </pc:sldChg>
      <pc:sldChg chg="addSp delSp modSp mod">
        <pc:chgData name="Ines Belhoussine" userId="8779269a92f3eda0" providerId="LiveId" clId="{EDAE93F2-2B1F-4FE5-BBF4-E2EB8FC2390D}" dt="2026-08-29T01:05:24.282" v="3346" actId="22"/>
        <pc:sldMkLst>
          <pc:docMk/>
          <pc:sldMk cId="0" sldId="260"/>
        </pc:sldMkLst>
        <pc:spChg chg="mod">
          <ac:chgData name="Ines Belhoussine" userId="8779269a92f3eda0" providerId="LiveId" clId="{EDAE93F2-2B1F-4FE5-BBF4-E2EB8FC2390D}" dt="2026-08-28T19:00:10.648" v="523" actId="20577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8-28T19:00:22.749" v="526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0:24.114" v="527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0:31.276" v="529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0:34.930" v="530" actId="478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8-28T19:00:37.186" v="531" actId="478"/>
          <ac:spMkLst>
            <pc:docMk/>
            <pc:sldMk cId="0" sldId="260"/>
            <ac:spMk id="11" creationId="{00000000-0000-0000-0000-000000000000}"/>
          </ac:spMkLst>
        </pc:spChg>
        <pc:spChg chg="add mod">
          <ac:chgData name="Ines Belhoussine" userId="8779269a92f3eda0" providerId="LiveId" clId="{EDAE93F2-2B1F-4FE5-BBF4-E2EB8FC2390D}" dt="2026-08-28T19:26:23.735" v="3009" actId="2711"/>
          <ac:spMkLst>
            <pc:docMk/>
            <pc:sldMk cId="0" sldId="260"/>
            <ac:spMk id="12" creationId="{ABA29886-30AF-0020-F455-3A1D030865CD}"/>
          </ac:spMkLst>
        </pc:spChg>
        <pc:spChg chg="add mod">
          <ac:chgData name="Ines Belhoussine" userId="8779269a92f3eda0" providerId="LiveId" clId="{EDAE93F2-2B1F-4FE5-BBF4-E2EB8FC2390D}" dt="2026-08-29T00:21:35.750" v="3300" actId="20577"/>
          <ac:spMkLst>
            <pc:docMk/>
            <pc:sldMk cId="0" sldId="260"/>
            <ac:spMk id="18" creationId="{26F1BF95-5340-0734-7E3B-1A601BA697F6}"/>
          </ac:spMkLst>
        </pc:spChg>
        <pc:graphicFrameChg chg="del">
          <ac:chgData name="Ines Belhoussine" userId="8779269a92f3eda0" providerId="LiveId" clId="{EDAE93F2-2B1F-4FE5-BBF4-E2EB8FC2390D}" dt="2026-08-28T19:00:18.623" v="524" actId="478"/>
          <ac:graphicFrameMkLst>
            <pc:docMk/>
            <pc:sldMk cId="0" sldId="260"/>
            <ac:graphicFrameMk id="6" creationId="{00000000-0000-0000-0000-000000000000}"/>
          </ac:graphicFrameMkLst>
        </pc:graphicFrameChg>
        <pc:picChg chg="add del">
          <ac:chgData name="Ines Belhoussine" userId="8779269a92f3eda0" providerId="LiveId" clId="{EDAE93F2-2B1F-4FE5-BBF4-E2EB8FC2390D}" dt="2026-08-29T01:05:24.074" v="3345" actId="478"/>
          <ac:picMkLst>
            <pc:docMk/>
            <pc:sldMk cId="0" sldId="260"/>
            <ac:picMk id="7" creationId="{165811E8-D41E-F6D4-1A76-7884C53F806D}"/>
          </ac:picMkLst>
        </pc:picChg>
        <pc:picChg chg="add">
          <ac:chgData name="Ines Belhoussine" userId="8779269a92f3eda0" providerId="LiveId" clId="{EDAE93F2-2B1F-4FE5-BBF4-E2EB8FC2390D}" dt="2026-08-29T01:05:24.282" v="3346" actId="22"/>
          <ac:picMkLst>
            <pc:docMk/>
            <pc:sldMk cId="0" sldId="260"/>
            <ac:picMk id="9" creationId="{5420F443-A4AA-7B41-0E95-E63F76AFBE83}"/>
          </ac:picMkLst>
        </pc:picChg>
        <pc:cxnChg chg="add">
          <ac:chgData name="Ines Belhoussine" userId="8779269a92f3eda0" providerId="LiveId" clId="{EDAE93F2-2B1F-4FE5-BBF4-E2EB8FC2390D}" dt="2026-08-28T19:01:53.469" v="621" actId="11529"/>
          <ac:cxnSpMkLst>
            <pc:docMk/>
            <pc:sldMk cId="0" sldId="260"/>
            <ac:cxnSpMk id="14" creationId="{AD0F94C0-89E8-FCD6-08F4-6C7FD3AE37D5}"/>
          </ac:cxnSpMkLst>
        </pc:cxnChg>
        <pc:cxnChg chg="add mod">
          <ac:chgData name="Ines Belhoussine" userId="8779269a92f3eda0" providerId="LiveId" clId="{EDAE93F2-2B1F-4FE5-BBF4-E2EB8FC2390D}" dt="2026-08-28T19:02:17.780" v="624" actId="1076"/>
          <ac:cxnSpMkLst>
            <pc:docMk/>
            <pc:sldMk cId="0" sldId="260"/>
            <ac:cxnSpMk id="15" creationId="{ED0A2A2D-19A1-F254-98F4-9F39554DDB16}"/>
          </ac:cxnSpMkLst>
        </pc:cxnChg>
        <pc:cxnChg chg="add mod">
          <ac:chgData name="Ines Belhoussine" userId="8779269a92f3eda0" providerId="LiveId" clId="{EDAE93F2-2B1F-4FE5-BBF4-E2EB8FC2390D}" dt="2026-08-28T19:02:37.425" v="631" actId="1076"/>
          <ac:cxnSpMkLst>
            <pc:docMk/>
            <pc:sldMk cId="0" sldId="260"/>
            <ac:cxnSpMk id="16" creationId="{E26B72F2-E8BD-1421-AC35-3623A21D4729}"/>
          </ac:cxnSpMkLst>
        </pc:cxnChg>
        <pc:cxnChg chg="add mod">
          <ac:chgData name="Ines Belhoussine" userId="8779269a92f3eda0" providerId="LiveId" clId="{EDAE93F2-2B1F-4FE5-BBF4-E2EB8FC2390D}" dt="2026-08-29T00:10:33.397" v="3210" actId="1076"/>
          <ac:cxnSpMkLst>
            <pc:docMk/>
            <pc:sldMk cId="0" sldId="260"/>
            <ac:cxnSpMk id="17" creationId="{27DE3650-5CAE-1A62-07B6-6B3651827380}"/>
          </ac:cxnSpMkLst>
        </pc:cxnChg>
      </pc:sldChg>
      <pc:sldChg chg="addSp delSp modSp mod">
        <pc:chgData name="Ines Belhoussine" userId="8779269a92f3eda0" providerId="LiveId" clId="{EDAE93F2-2B1F-4FE5-BBF4-E2EB8FC2390D}" dt="2026-08-29T01:05:27.791" v="3348" actId="22"/>
        <pc:sldMkLst>
          <pc:docMk/>
          <pc:sldMk cId="0" sldId="261"/>
        </pc:sldMkLst>
        <pc:spChg chg="mod">
          <ac:chgData name="Ines Belhoussine" userId="8779269a92f3eda0" providerId="LiveId" clId="{EDAE93F2-2B1F-4FE5-BBF4-E2EB8FC2390D}" dt="2026-08-28T19:04:23.350" v="936" actId="20577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Ines Belhoussine" userId="8779269a92f3eda0" providerId="LiveId" clId="{EDAE93F2-2B1F-4FE5-BBF4-E2EB8FC2390D}" dt="2026-08-28T19:35:39.870" v="3209" actId="1076"/>
          <ac:spMkLst>
            <pc:docMk/>
            <pc:sldMk cId="0" sldId="261"/>
            <ac:spMk id="6" creationId="{686F2586-EB29-648F-3828-150CC893E6C3}"/>
          </ac:spMkLst>
        </pc:spChg>
        <pc:spChg chg="del">
          <ac:chgData name="Ines Belhoussine" userId="8779269a92f3eda0" providerId="LiveId" clId="{EDAE93F2-2B1F-4FE5-BBF4-E2EB8FC2390D}" dt="2026-08-28T19:04:32.128" v="938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4:32.128" v="938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4:32.128" v="938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4:32.128" v="938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4:32.128" v="938" actId="478"/>
          <ac:spMkLst>
            <pc:docMk/>
            <pc:sldMk cId="0" sldId="261"/>
            <ac:spMk id="12" creationId="{00000000-0000-0000-0000-000000000000}"/>
          </ac:spMkLst>
        </pc:spChg>
        <pc:graphicFrameChg chg="del">
          <ac:chgData name="Ines Belhoussine" userId="8779269a92f3eda0" providerId="LiveId" clId="{EDAE93F2-2B1F-4FE5-BBF4-E2EB8FC2390D}" dt="2026-08-28T19:04:35.613" v="939" actId="478"/>
          <ac:graphicFrameMkLst>
            <pc:docMk/>
            <pc:sldMk cId="0" sldId="261"/>
            <ac:graphicFrameMk id="7" creationId="{00000000-0000-0000-0000-000000000000}"/>
          </ac:graphicFrameMkLst>
        </pc:graphicFrameChg>
        <pc:picChg chg="del">
          <ac:chgData name="Ines Belhoussine" userId="8779269a92f3eda0" providerId="LiveId" clId="{EDAE93F2-2B1F-4FE5-BBF4-E2EB8FC2390D}" dt="2026-08-28T19:04:28.571" v="937" actId="478"/>
          <ac:picMkLst>
            <pc:docMk/>
            <pc:sldMk cId="0" sldId="261"/>
            <ac:picMk id="6" creationId="{00000000-0000-0000-0000-000000000000}"/>
          </ac:picMkLst>
        </pc:picChg>
        <pc:picChg chg="add del">
          <ac:chgData name="Ines Belhoussine" userId="8779269a92f3eda0" providerId="LiveId" clId="{EDAE93F2-2B1F-4FE5-BBF4-E2EB8FC2390D}" dt="2026-08-29T01:05:27.588" v="3347" actId="478"/>
          <ac:picMkLst>
            <pc:docMk/>
            <pc:sldMk cId="0" sldId="261"/>
            <ac:picMk id="8" creationId="{94334E6A-2E8C-FA00-E134-FFDD2C8BD486}"/>
          </ac:picMkLst>
        </pc:picChg>
        <pc:picChg chg="add">
          <ac:chgData name="Ines Belhoussine" userId="8779269a92f3eda0" providerId="LiveId" clId="{EDAE93F2-2B1F-4FE5-BBF4-E2EB8FC2390D}" dt="2026-08-29T01:05:27.791" v="3348" actId="22"/>
          <ac:picMkLst>
            <pc:docMk/>
            <pc:sldMk cId="0" sldId="261"/>
            <ac:picMk id="10" creationId="{0C08DDCF-4E9E-AD18-496C-EE7E3F3855A3}"/>
          </ac:picMkLst>
        </pc:picChg>
        <pc:picChg chg="add mod">
          <ac:chgData name="Ines Belhoussine" userId="8779269a92f3eda0" providerId="LiveId" clId="{EDAE93F2-2B1F-4FE5-BBF4-E2EB8FC2390D}" dt="2026-08-28T19:04:49.613" v="942" actId="1076"/>
          <ac:picMkLst>
            <pc:docMk/>
            <pc:sldMk cId="0" sldId="261"/>
            <ac:picMk id="14" creationId="{D75EB9F6-A8A2-2299-D237-3EEEFF68C45B}"/>
          </ac:picMkLst>
        </pc:picChg>
      </pc:sldChg>
      <pc:sldChg chg="addSp delSp modSp add del mod">
        <pc:chgData name="Ines Belhoussine" userId="8779269a92f3eda0" providerId="LiveId" clId="{EDAE93F2-2B1F-4FE5-BBF4-E2EB8FC2390D}" dt="2026-08-29T01:05:31.603" v="3350" actId="22"/>
        <pc:sldMkLst>
          <pc:docMk/>
          <pc:sldMk cId="0" sldId="262"/>
        </pc:sldMkLst>
        <pc:spChg chg="mod">
          <ac:chgData name="Ines Belhoussine" userId="8779269a92f3eda0" providerId="LiveId" clId="{EDAE93F2-2B1F-4FE5-BBF4-E2EB8FC2390D}" dt="2026-08-28T19:05:09.358" v="954" actId="20577"/>
          <ac:spMkLst>
            <pc:docMk/>
            <pc:sldMk cId="0" sldId="262"/>
            <ac:spMk id="2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21.191" v="955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26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05:02.593" v="943" actId="478"/>
          <ac:spMkLst>
            <pc:docMk/>
            <pc:sldMk cId="0" sldId="262"/>
            <ac:spMk id="30" creationId="{00000000-0000-0000-0000-000000000000}"/>
          </ac:spMkLst>
        </pc:spChg>
        <pc:picChg chg="add del">
          <ac:chgData name="Ines Belhoussine" userId="8779269a92f3eda0" providerId="LiveId" clId="{EDAE93F2-2B1F-4FE5-BBF4-E2EB8FC2390D}" dt="2026-08-29T01:05:31.383" v="3349" actId="478"/>
          <ac:picMkLst>
            <pc:docMk/>
            <pc:sldMk cId="0" sldId="262"/>
            <ac:picMk id="7" creationId="{FA4CB9DD-32F8-EC03-0CF6-97BD0DCD0F64}"/>
          </ac:picMkLst>
        </pc:picChg>
        <pc:picChg chg="add">
          <ac:chgData name="Ines Belhoussine" userId="8779269a92f3eda0" providerId="LiveId" clId="{EDAE93F2-2B1F-4FE5-BBF4-E2EB8FC2390D}" dt="2026-08-29T01:05:31.603" v="3350" actId="22"/>
          <ac:picMkLst>
            <pc:docMk/>
            <pc:sldMk cId="0" sldId="262"/>
            <ac:picMk id="9" creationId="{8D2DAC8C-08AA-BFC0-8762-85ECB55260C9}"/>
          </ac:picMkLst>
        </pc:picChg>
        <pc:picChg chg="add mod">
          <ac:chgData name="Ines Belhoussine" userId="8779269a92f3eda0" providerId="LiveId" clId="{EDAE93F2-2B1F-4FE5-BBF4-E2EB8FC2390D}" dt="2026-08-28T19:06:45.562" v="964" actId="1076"/>
          <ac:picMkLst>
            <pc:docMk/>
            <pc:sldMk cId="0" sldId="262"/>
            <ac:picMk id="32" creationId="{08992627-3D40-6DF9-D1B8-57BB21F077A1}"/>
          </ac:picMkLst>
        </pc:picChg>
        <pc:picChg chg="add mod">
          <ac:chgData name="Ines Belhoussine" userId="8779269a92f3eda0" providerId="LiveId" clId="{EDAE93F2-2B1F-4FE5-BBF4-E2EB8FC2390D}" dt="2026-08-28T19:07:09.639" v="971" actId="1076"/>
          <ac:picMkLst>
            <pc:docMk/>
            <pc:sldMk cId="0" sldId="262"/>
            <ac:picMk id="34" creationId="{D377FA01-0605-6139-BA0A-A924004F7F13}"/>
          </ac:picMkLst>
        </pc:picChg>
        <pc:picChg chg="add mod">
          <ac:chgData name="Ines Belhoussine" userId="8779269a92f3eda0" providerId="LiveId" clId="{EDAE93F2-2B1F-4FE5-BBF4-E2EB8FC2390D}" dt="2026-08-28T19:07:13.790" v="973" actId="1076"/>
          <ac:picMkLst>
            <pc:docMk/>
            <pc:sldMk cId="0" sldId="262"/>
            <ac:picMk id="36" creationId="{AAB12D4F-590C-694B-5FF3-1583499487FE}"/>
          </ac:picMkLst>
        </pc:picChg>
      </pc:sldChg>
      <pc:sldChg chg="addSp delSp modSp mod">
        <pc:chgData name="Ines Belhoussine" userId="8779269a92f3eda0" providerId="LiveId" clId="{EDAE93F2-2B1F-4FE5-BBF4-E2EB8FC2390D}" dt="2026-08-29T01:05:35.782" v="3352" actId="22"/>
        <pc:sldMkLst>
          <pc:docMk/>
          <pc:sldMk cId="0" sldId="263"/>
        </pc:sldMkLst>
        <pc:spChg chg="mod">
          <ac:chgData name="Ines Belhoussine" userId="8779269a92f3eda0" providerId="LiveId" clId="{EDAE93F2-2B1F-4FE5-BBF4-E2EB8FC2390D}" dt="2026-08-28T19:08:04.264" v="1007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08:20.247" v="1025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6:38.897" v="3011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7:29.864" v="3023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6:58.174" v="3017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7:46.405" v="3026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7:13.543" v="3021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7:13.543" v="3021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7:13.543" v="3021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7:13.543" v="3021" actId="1076"/>
          <ac:spMkLst>
            <pc:docMk/>
            <pc:sldMk cId="0" sldId="263"/>
            <ac:spMk id="18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11:24.296" v="1478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11:31.452" v="1481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11:29.611" v="1480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11:27.566" v="1479" actId="478"/>
          <ac:spMkLst>
            <pc:docMk/>
            <pc:sldMk cId="0" sldId="263"/>
            <ac:spMk id="22" creationId="{00000000-0000-0000-0000-000000000000}"/>
          </ac:spMkLst>
        </pc:spChg>
        <pc:picChg chg="add del">
          <ac:chgData name="Ines Belhoussine" userId="8779269a92f3eda0" providerId="LiveId" clId="{EDAE93F2-2B1F-4FE5-BBF4-E2EB8FC2390D}" dt="2026-08-29T01:05:35.574" v="3351" actId="478"/>
          <ac:picMkLst>
            <pc:docMk/>
            <pc:sldMk cId="0" sldId="263"/>
            <ac:picMk id="20" creationId="{696AAECE-F90F-92AC-21EE-9214BEFF2EBB}"/>
          </ac:picMkLst>
        </pc:picChg>
        <pc:picChg chg="add">
          <ac:chgData name="Ines Belhoussine" userId="8779269a92f3eda0" providerId="LiveId" clId="{EDAE93F2-2B1F-4FE5-BBF4-E2EB8FC2390D}" dt="2026-08-29T01:05:35.782" v="3352" actId="22"/>
          <ac:picMkLst>
            <pc:docMk/>
            <pc:sldMk cId="0" sldId="263"/>
            <ac:picMk id="22" creationId="{1912DE81-7457-23A8-3A54-984ADD856DB8}"/>
          </ac:picMkLst>
        </pc:picChg>
      </pc:sldChg>
      <pc:sldChg chg="addSp delSp modSp mod">
        <pc:chgData name="Ines Belhoussine" userId="8779269a92f3eda0" providerId="LiveId" clId="{EDAE93F2-2B1F-4FE5-BBF4-E2EB8FC2390D}" dt="2026-08-29T01:04:57.839" v="3333" actId="22"/>
        <pc:sldMkLst>
          <pc:docMk/>
          <pc:sldMk cId="0" sldId="264"/>
        </pc:sldMkLst>
        <pc:spChg chg="mod">
          <ac:chgData name="Ines Belhoussine" userId="8779269a92f3eda0" providerId="LiveId" clId="{EDAE93F2-2B1F-4FE5-BBF4-E2EB8FC2390D}" dt="2026-08-28T19:11:47.438" v="1526" actId="20577"/>
          <ac:spMkLst>
            <pc:docMk/>
            <pc:sldMk cId="0" sldId="264"/>
            <ac:spMk id="2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14:19.841" v="1532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12:17.141" v="1528" actId="478"/>
          <ac:spMkLst>
            <pc:docMk/>
            <pc:sldMk cId="0" sldId="264"/>
            <ac:spMk id="8" creationId="{00000000-0000-0000-0000-000000000000}"/>
          </ac:spMkLst>
        </pc:spChg>
        <pc:graphicFrameChg chg="del">
          <ac:chgData name="Ines Belhoussine" userId="8779269a92f3eda0" providerId="LiveId" clId="{EDAE93F2-2B1F-4FE5-BBF4-E2EB8FC2390D}" dt="2026-08-28T19:12:12.001" v="1527" actId="478"/>
          <ac:graphicFrameMkLst>
            <pc:docMk/>
            <pc:sldMk cId="0" sldId="264"/>
            <ac:graphicFrameMk id="10" creationId="{00000000-0000-0000-0000-000000000000}"/>
          </ac:graphicFrameMkLst>
        </pc:graphicFrameChg>
        <pc:picChg chg="add del mod">
          <ac:chgData name="Ines Belhoussine" userId="8779269a92f3eda0" providerId="LiveId" clId="{EDAE93F2-2B1F-4FE5-BBF4-E2EB8FC2390D}" dt="2026-08-29T00:57:34.471" v="3324" actId="478"/>
          <ac:picMkLst>
            <pc:docMk/>
            <pc:sldMk cId="0" sldId="264"/>
            <ac:picMk id="7" creationId="{4B91FB24-0FEF-E2EE-4FF1-59810054C03B}"/>
          </ac:picMkLst>
        </pc:picChg>
        <pc:picChg chg="add">
          <ac:chgData name="Ines Belhoussine" userId="8779269a92f3eda0" providerId="LiveId" clId="{EDAE93F2-2B1F-4FE5-BBF4-E2EB8FC2390D}" dt="2026-08-29T01:04:57.839" v="3333" actId="22"/>
          <ac:picMkLst>
            <pc:docMk/>
            <pc:sldMk cId="0" sldId="264"/>
            <ac:picMk id="7" creationId="{82E9280A-D3F8-8234-2AA2-4A17CCF9ADDA}"/>
          </ac:picMkLst>
        </pc:picChg>
        <pc:picChg chg="add del mod">
          <ac:chgData name="Ines Belhoussine" userId="8779269a92f3eda0" providerId="LiveId" clId="{EDAE93F2-2B1F-4FE5-BBF4-E2EB8FC2390D}" dt="2026-08-29T00:49:15.038" v="3311" actId="478"/>
          <ac:picMkLst>
            <pc:docMk/>
            <pc:sldMk cId="0" sldId="264"/>
            <ac:picMk id="9" creationId="{A800A425-1E83-48E8-73B0-CCC8DE0BF151}"/>
          </ac:picMkLst>
        </pc:picChg>
        <pc:picChg chg="add mod">
          <ac:chgData name="Ines Belhoussine" userId="8779269a92f3eda0" providerId="LiveId" clId="{EDAE93F2-2B1F-4FE5-BBF4-E2EB8FC2390D}" dt="2026-08-29T00:57:36.579" v="3326" actId="1076"/>
          <ac:picMkLst>
            <pc:docMk/>
            <pc:sldMk cId="0" sldId="264"/>
            <ac:picMk id="10" creationId="{D3EE6425-CDA6-ABB3-9B43-7F6C6FA9FF91}"/>
          </ac:picMkLst>
        </pc:picChg>
      </pc:sldChg>
      <pc:sldChg chg="addSp delSp modSp mod">
        <pc:chgData name="Ines Belhoussine" userId="8779269a92f3eda0" providerId="LiveId" clId="{EDAE93F2-2B1F-4FE5-BBF4-E2EB8FC2390D}" dt="2026-08-29T01:05:44.178" v="3355" actId="22"/>
        <pc:sldMkLst>
          <pc:docMk/>
          <pc:sldMk cId="0" sldId="265"/>
        </pc:sldMkLst>
        <pc:spChg chg="mod">
          <ac:chgData name="Ines Belhoussine" userId="8779269a92f3eda0" providerId="LiveId" clId="{EDAE93F2-2B1F-4FE5-BBF4-E2EB8FC2390D}" dt="2026-08-28T19:16:31.205" v="1617" actId="20577"/>
          <ac:spMkLst>
            <pc:docMk/>
            <pc:sldMk cId="0" sldId="265"/>
            <ac:spMk id="2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7:58.319" v="3027" actId="478"/>
          <ac:spMkLst>
            <pc:docMk/>
            <pc:sldMk cId="0" sldId="265"/>
            <ac:spMk id="6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17:07.574" v="1657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8:03.375" v="3028" actId="20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17:20.272" v="1713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8:06.257" v="3029" actId="20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9T00:34:49.706" v="3310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32:41.175" v="3040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9T00:34:44.625" v="3307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8:10.306" v="3031" actId="20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18:50.471" v="2029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33:35.479" v="3042" actId="20577"/>
          <ac:spMkLst>
            <pc:docMk/>
            <pc:sldMk cId="0" sldId="265"/>
            <ac:spMk id="26" creationId="{00000000-0000-0000-0000-000000000000}"/>
          </ac:spMkLst>
        </pc:spChg>
        <pc:picChg chg="add">
          <ac:chgData name="Ines Belhoussine" userId="8779269a92f3eda0" providerId="LiveId" clId="{EDAE93F2-2B1F-4FE5-BBF4-E2EB8FC2390D}" dt="2026-08-29T01:05:44.178" v="3355" actId="22"/>
          <ac:picMkLst>
            <pc:docMk/>
            <pc:sldMk cId="0" sldId="265"/>
            <ac:picMk id="27" creationId="{11CA565E-9D11-F1FA-0CAE-0537D2EAAFF5}"/>
          </ac:picMkLst>
        </pc:picChg>
      </pc:sldChg>
      <pc:sldChg chg="addSp delSp modSp mod">
        <pc:chgData name="Ines Belhoussine" userId="8779269a92f3eda0" providerId="LiveId" clId="{EDAE93F2-2B1F-4FE5-BBF4-E2EB8FC2390D}" dt="2026-08-29T01:05:45.091" v="3356" actId="22"/>
        <pc:sldMkLst>
          <pc:docMk/>
          <pc:sldMk cId="0" sldId="266"/>
        </pc:sldMkLst>
        <pc:spChg chg="mod">
          <ac:chgData name="Ines Belhoussine" userId="8779269a92f3eda0" providerId="LiveId" clId="{EDAE93F2-2B1F-4FE5-BBF4-E2EB8FC2390D}" dt="2026-08-28T19:33:48.945" v="3044" actId="20577"/>
          <ac:spMkLst>
            <pc:docMk/>
            <pc:sldMk cId="0" sldId="266"/>
            <ac:spMk id="2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08.364" v="2294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15.825" v="2296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14.897" v="2295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18.895" v="2297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18.895" v="2297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30.722" v="2300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30.722" v="2300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18.895" v="2297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18.895" v="2297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27.107" v="2299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27.107" v="2299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24.812" v="2298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0:24.812" v="2298" actId="478"/>
          <ac:spMkLst>
            <pc:docMk/>
            <pc:sldMk cId="0" sldId="266"/>
            <ac:spMk id="18" creationId="{00000000-0000-0000-0000-000000000000}"/>
          </ac:spMkLst>
        </pc:spChg>
        <pc:spChg chg="del mod">
          <ac:chgData name="Ines Belhoussine" userId="8779269a92f3eda0" providerId="LiveId" clId="{EDAE93F2-2B1F-4FE5-BBF4-E2EB8FC2390D}" dt="2026-08-28T19:20:37.114" v="2307" actId="478"/>
          <ac:spMkLst>
            <pc:docMk/>
            <pc:sldMk cId="0" sldId="266"/>
            <ac:spMk id="19" creationId="{00000000-0000-0000-0000-000000000000}"/>
          </ac:spMkLst>
        </pc:spChg>
        <pc:graphicFrameChg chg="add mod modGraphic">
          <ac:chgData name="Ines Belhoussine" userId="8779269a92f3eda0" providerId="LiveId" clId="{EDAE93F2-2B1F-4FE5-BBF4-E2EB8FC2390D}" dt="2026-08-28T19:22:50.195" v="2715" actId="1076"/>
          <ac:graphicFrameMkLst>
            <pc:docMk/>
            <pc:sldMk cId="0" sldId="266"/>
            <ac:graphicFrameMk id="20" creationId="{D256E03E-3393-E831-F535-BA16FC183ECB}"/>
          </ac:graphicFrameMkLst>
        </pc:graphicFrameChg>
        <pc:picChg chg="add">
          <ac:chgData name="Ines Belhoussine" userId="8779269a92f3eda0" providerId="LiveId" clId="{EDAE93F2-2B1F-4FE5-BBF4-E2EB8FC2390D}" dt="2026-08-29T01:05:45.091" v="3356" actId="22"/>
          <ac:picMkLst>
            <pc:docMk/>
            <pc:sldMk cId="0" sldId="266"/>
            <ac:picMk id="7" creationId="{B87C462D-BFFC-1F4A-793F-7AE34069067B}"/>
          </ac:picMkLst>
        </pc:picChg>
      </pc:sldChg>
      <pc:sldChg chg="addSp delSp modSp mod">
        <pc:chgData name="Ines Belhoussine" userId="8779269a92f3eda0" providerId="LiveId" clId="{EDAE93F2-2B1F-4FE5-BBF4-E2EB8FC2390D}" dt="2026-08-29T01:06:03.911" v="3359" actId="207"/>
        <pc:sldMkLst>
          <pc:docMk/>
          <pc:sldMk cId="0" sldId="267"/>
        </pc:sldMkLst>
        <pc:spChg chg="mod">
          <ac:chgData name="Ines Belhoussine" userId="8779269a92f3eda0" providerId="LiveId" clId="{EDAE93F2-2B1F-4FE5-BBF4-E2EB8FC2390D}" dt="2026-08-28T19:23:06.944" v="273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3:19.654" v="2767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9T01:06:03.911" v="3359" actId="20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3:44.456" v="2823" actId="2057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9T01:06:00.397" v="3358" actId="20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4:15.946" v="2919" actId="5793"/>
          <ac:spMkLst>
            <pc:docMk/>
            <pc:sldMk cId="0" sldId="267"/>
            <ac:spMk id="17" creationId="{00000000-0000-0000-0000-000000000000}"/>
          </ac:spMkLst>
        </pc:spChg>
        <pc:spChg chg="mod">
          <ac:chgData name="Ines Belhoussine" userId="8779269a92f3eda0" providerId="LiveId" clId="{EDAE93F2-2B1F-4FE5-BBF4-E2EB8FC2390D}" dt="2026-08-28T19:24:40.214" v="2995" actId="20577"/>
          <ac:spMkLst>
            <pc:docMk/>
            <pc:sldMk cId="0" sldId="267"/>
            <ac:spMk id="18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4:52.846" v="2998" actId="478"/>
          <ac:spMkLst>
            <pc:docMk/>
            <pc:sldMk cId="0" sldId="267"/>
            <ac:spMk id="19" creationId="{00000000-0000-0000-0000-000000000000}"/>
          </ac:spMkLst>
        </pc:spChg>
        <pc:spChg chg="add del">
          <ac:chgData name="Ines Belhoussine" userId="8779269a92f3eda0" providerId="LiveId" clId="{EDAE93F2-2B1F-4FE5-BBF4-E2EB8FC2390D}" dt="2026-08-28T19:24:57.827" v="3001" actId="478"/>
          <ac:spMkLst>
            <pc:docMk/>
            <pc:sldMk cId="0" sldId="267"/>
            <ac:spMk id="20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4:49.388" v="2997" actId="478"/>
          <ac:spMkLst>
            <pc:docMk/>
            <pc:sldMk cId="0" sldId="267"/>
            <ac:spMk id="21" creationId="{00000000-0000-0000-0000-000000000000}"/>
          </ac:spMkLst>
        </pc:spChg>
        <pc:spChg chg="del">
          <ac:chgData name="Ines Belhoussine" userId="8779269a92f3eda0" providerId="LiveId" clId="{EDAE93F2-2B1F-4FE5-BBF4-E2EB8FC2390D}" dt="2026-08-28T19:24:46.623" v="2996" actId="478"/>
          <ac:spMkLst>
            <pc:docMk/>
            <pc:sldMk cId="0" sldId="267"/>
            <ac:spMk id="22" creationId="{00000000-0000-0000-0000-000000000000}"/>
          </ac:spMkLst>
        </pc:spChg>
        <pc:picChg chg="add">
          <ac:chgData name="Ines Belhoussine" userId="8779269a92f3eda0" providerId="LiveId" clId="{EDAE93F2-2B1F-4FE5-BBF4-E2EB8FC2390D}" dt="2026-08-29T01:05:46.520" v="3357" actId="22"/>
          <ac:picMkLst>
            <pc:docMk/>
            <pc:sldMk cId="0" sldId="267"/>
            <ac:picMk id="20" creationId="{A92E1DF8-48F8-B3B5-1A0F-50F7F7D2F8B6}"/>
          </ac:picMkLst>
        </pc:picChg>
      </pc:sldChg>
      <pc:sldChg chg="del">
        <pc:chgData name="Ines Belhoussine" userId="8779269a92f3eda0" providerId="LiveId" clId="{EDAE93F2-2B1F-4FE5-BBF4-E2EB8FC2390D}" dt="2026-08-28T19:31:03.758" v="3034" actId="2696"/>
        <pc:sldMkLst>
          <pc:docMk/>
          <pc:sldMk cId="0" sldId="268"/>
        </pc:sldMkLst>
      </pc:sldChg>
      <pc:sldChg chg="delSp add del mod">
        <pc:chgData name="Ines Belhoussine" userId="8779269a92f3eda0" providerId="LiveId" clId="{EDAE93F2-2B1F-4FE5-BBF4-E2EB8FC2390D}" dt="2026-08-28T19:07:36.195" v="976" actId="2696"/>
        <pc:sldMkLst>
          <pc:docMk/>
          <pc:sldMk cId="3136511185" sldId="269"/>
        </pc:sldMkLst>
        <pc:picChg chg="del">
          <ac:chgData name="Ines Belhoussine" userId="8779269a92f3eda0" providerId="LiveId" clId="{EDAE93F2-2B1F-4FE5-BBF4-E2EB8FC2390D}" dt="2026-08-28T19:06:50.776" v="967" actId="478"/>
          <ac:picMkLst>
            <pc:docMk/>
            <pc:sldMk cId="3136511185" sldId="269"/>
            <ac:picMk id="32" creationId="{EA8383FA-497E-DF16-9CA1-5220DC051228}"/>
          </ac:picMkLst>
        </pc:picChg>
        <pc:picChg chg="del">
          <ac:chgData name="Ines Belhoussine" userId="8779269a92f3eda0" providerId="LiveId" clId="{EDAE93F2-2B1F-4FE5-BBF4-E2EB8FC2390D}" dt="2026-08-28T19:06:51.733" v="968" actId="478"/>
          <ac:picMkLst>
            <pc:docMk/>
            <pc:sldMk cId="3136511185" sldId="269"/>
            <ac:picMk id="34" creationId="{4BDB9BE0-BF1C-1A9E-729A-FA01ED0A3607}"/>
          </ac:picMkLst>
        </pc:picChg>
      </pc:sldChg>
      <pc:sldChg chg="addSp delSp modSp add mod">
        <pc:chgData name="Ines Belhoussine" userId="8779269a92f3eda0" providerId="LiveId" clId="{EDAE93F2-2B1F-4FE5-BBF4-E2EB8FC2390D}" dt="2026-08-29T01:05:39.252" v="3353" actId="22"/>
        <pc:sldMkLst>
          <pc:docMk/>
          <pc:sldMk cId="4004842786" sldId="269"/>
        </pc:sldMkLst>
        <pc:spChg chg="mod">
          <ac:chgData name="Ines Belhoussine" userId="8779269a92f3eda0" providerId="LiveId" clId="{EDAE93F2-2B1F-4FE5-BBF4-E2EB8FC2390D}" dt="2026-08-28T19:14:54.806" v="1552" actId="20577"/>
          <ac:spMkLst>
            <pc:docMk/>
            <pc:sldMk cId="4004842786" sldId="269"/>
            <ac:spMk id="2" creationId="{3F38E712-47C7-488C-3829-EBD4801EB335}"/>
          </ac:spMkLst>
        </pc:spChg>
        <pc:picChg chg="add del mod">
          <ac:chgData name="Ines Belhoussine" userId="8779269a92f3eda0" providerId="LiveId" clId="{EDAE93F2-2B1F-4FE5-BBF4-E2EB8FC2390D}" dt="2026-08-29T00:49:58.216" v="3314" actId="478"/>
          <ac:picMkLst>
            <pc:docMk/>
            <pc:sldMk cId="4004842786" sldId="269"/>
            <ac:picMk id="7" creationId="{30CCFC17-CF86-9E83-4B2D-AD854AB7E9EF}"/>
          </ac:picMkLst>
        </pc:picChg>
        <pc:picChg chg="add del">
          <ac:chgData name="Ines Belhoussine" userId="8779269a92f3eda0" providerId="LiveId" clId="{EDAE93F2-2B1F-4FE5-BBF4-E2EB8FC2390D}" dt="2026-08-29T01:05:02.817" v="3337" actId="22"/>
          <ac:picMkLst>
            <pc:docMk/>
            <pc:sldMk cId="4004842786" sldId="269"/>
            <ac:picMk id="7" creationId="{A9EA0866-F108-2E37-A98A-E38200412D8F}"/>
          </ac:picMkLst>
        </pc:picChg>
        <pc:picChg chg="add del mod">
          <ac:chgData name="Ines Belhoussine" userId="8779269a92f3eda0" providerId="LiveId" clId="{EDAE93F2-2B1F-4FE5-BBF4-E2EB8FC2390D}" dt="2026-08-29T00:53:26.564" v="3320" actId="478"/>
          <ac:picMkLst>
            <pc:docMk/>
            <pc:sldMk cId="4004842786" sldId="269"/>
            <ac:picMk id="8" creationId="{9D971824-0D67-11B1-FE6F-F278CB289F19}"/>
          </ac:picMkLst>
        </pc:picChg>
        <pc:picChg chg="del">
          <ac:chgData name="Ines Belhoussine" userId="8779269a92f3eda0" providerId="LiveId" clId="{EDAE93F2-2B1F-4FE5-BBF4-E2EB8FC2390D}" dt="2026-08-28T19:14:56.879" v="1553" actId="478"/>
          <ac:picMkLst>
            <pc:docMk/>
            <pc:sldMk cId="4004842786" sldId="269"/>
            <ac:picMk id="9" creationId="{AEB04FA3-3A0C-F7C1-C34D-953CC769525B}"/>
          </ac:picMkLst>
        </pc:picChg>
        <pc:picChg chg="add del">
          <ac:chgData name="Ines Belhoussine" userId="8779269a92f3eda0" providerId="LiveId" clId="{EDAE93F2-2B1F-4FE5-BBF4-E2EB8FC2390D}" dt="2026-08-29T01:05:01.917" v="3336" actId="22"/>
          <ac:picMkLst>
            <pc:docMk/>
            <pc:sldMk cId="4004842786" sldId="269"/>
            <ac:picMk id="9" creationId="{EF366302-EC1A-83BE-2599-4AE3C1016C50}"/>
          </ac:picMkLst>
        </pc:picChg>
        <pc:picChg chg="add mod">
          <ac:chgData name="Ines Belhoussine" userId="8779269a92f3eda0" providerId="LiveId" clId="{EDAE93F2-2B1F-4FE5-BBF4-E2EB8FC2390D}" dt="2026-08-29T00:53:40.115" v="3323" actId="1076"/>
          <ac:picMkLst>
            <pc:docMk/>
            <pc:sldMk cId="4004842786" sldId="269"/>
            <ac:picMk id="10" creationId="{D02801D8-BE67-83AA-BD3C-59457B9BC41B}"/>
          </ac:picMkLst>
        </pc:picChg>
        <pc:picChg chg="add">
          <ac:chgData name="Ines Belhoussine" userId="8779269a92f3eda0" providerId="LiveId" clId="{EDAE93F2-2B1F-4FE5-BBF4-E2EB8FC2390D}" dt="2026-08-29T01:05:39.252" v="3353" actId="22"/>
          <ac:picMkLst>
            <pc:docMk/>
            <pc:sldMk cId="4004842786" sldId="269"/>
            <ac:picMk id="12" creationId="{91C1E89B-7479-3235-434E-090E3736B22B}"/>
          </ac:picMkLst>
        </pc:picChg>
      </pc:sldChg>
      <pc:sldChg chg="addSp delSp modSp add mod">
        <pc:chgData name="Ines Belhoussine" userId="8779269a92f3eda0" providerId="LiveId" clId="{EDAE93F2-2B1F-4FE5-BBF4-E2EB8FC2390D}" dt="2026-08-29T01:05:42.112" v="3354" actId="22"/>
        <pc:sldMkLst>
          <pc:docMk/>
          <pc:sldMk cId="336887042" sldId="270"/>
        </pc:sldMkLst>
        <pc:spChg chg="mod">
          <ac:chgData name="Ines Belhoussine" userId="8779269a92f3eda0" providerId="LiveId" clId="{EDAE93F2-2B1F-4FE5-BBF4-E2EB8FC2390D}" dt="2026-08-28T19:15:40.425" v="1577" actId="20577"/>
          <ac:spMkLst>
            <pc:docMk/>
            <pc:sldMk cId="336887042" sldId="270"/>
            <ac:spMk id="2" creationId="{1319FC07-958C-3125-8B7B-CD1D9D32AAEA}"/>
          </ac:spMkLst>
        </pc:spChg>
        <pc:picChg chg="del">
          <ac:chgData name="Ines Belhoussine" userId="8779269a92f3eda0" providerId="LiveId" clId="{EDAE93F2-2B1F-4FE5-BBF4-E2EB8FC2390D}" dt="2026-08-28T19:15:54.575" v="1578" actId="478"/>
          <ac:picMkLst>
            <pc:docMk/>
            <pc:sldMk cId="336887042" sldId="270"/>
            <ac:picMk id="7" creationId="{5F4C5320-96D1-1933-5199-C59D907BE50F}"/>
          </ac:picMkLst>
        </pc:picChg>
        <pc:picChg chg="add mod">
          <ac:chgData name="Ines Belhoussine" userId="8779269a92f3eda0" providerId="LiveId" clId="{EDAE93F2-2B1F-4FE5-BBF4-E2EB8FC2390D}" dt="2026-08-29T00:50:21.384" v="3319" actId="1076"/>
          <ac:picMkLst>
            <pc:docMk/>
            <pc:sldMk cId="336887042" sldId="270"/>
            <ac:picMk id="7" creationId="{82903004-2CF9-2004-C495-BECFEFCE3B7B}"/>
          </ac:picMkLst>
        </pc:picChg>
        <pc:picChg chg="add del mod">
          <ac:chgData name="Ines Belhoussine" userId="8779269a92f3eda0" providerId="LiveId" clId="{EDAE93F2-2B1F-4FE5-BBF4-E2EB8FC2390D}" dt="2026-08-29T00:50:19.672" v="3317" actId="478"/>
          <ac:picMkLst>
            <pc:docMk/>
            <pc:sldMk cId="336887042" sldId="270"/>
            <ac:picMk id="8" creationId="{60961C16-AD41-2C07-44EE-FF53D791AC22}"/>
          </ac:picMkLst>
        </pc:picChg>
        <pc:picChg chg="add">
          <ac:chgData name="Ines Belhoussine" userId="8779269a92f3eda0" providerId="LiveId" clId="{EDAE93F2-2B1F-4FE5-BBF4-E2EB8FC2390D}" dt="2026-08-29T01:05:42.112" v="3354" actId="22"/>
          <ac:picMkLst>
            <pc:docMk/>
            <pc:sldMk cId="336887042" sldId="270"/>
            <ac:picMk id="8" creationId="{92D5BAF5-E02E-B7AA-6096-DE89ECA5715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06506-465A-7FA2-FCAF-14A57868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F5B53-40CA-B86F-9512-983098C15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4496E-C14A-D5E3-4578-1191F594D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178FC-0C44-D2A5-026F-7D0DD8674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04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B110-4BB1-7465-4F72-A21FECA0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FCA7B-C747-D4F8-5984-D26D5AA62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7627B-0DEC-E25F-6144-66F4F6CD2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CC933-51BC-F6CD-47C1-47F5E329E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56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56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au claire versée dans un verre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oile somb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426">
              <a:alpha val="68000"/>
            </a:srgbClr>
          </a:solidFill>
          <a:ln w="12700">
            <a:solidFill>
              <a:srgbClr val="07142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11887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48640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DWFA </a:t>
            </a:r>
            <a:endParaRPr lang="en-US" sz="14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Etude de </a:t>
            </a:r>
            <a:r>
              <a:rPr lang="en-US" sz="3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l’accès</a:t>
            </a: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</a:t>
            </a:r>
            <a:r>
              <a:rPr lang="en-US" sz="3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l’eau</a:t>
            </a: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potable dans le monde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33101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Analyse</a:t>
            </a:r>
            <a:r>
              <a:rPr lang="en-US" sz="140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et </a:t>
            </a:r>
            <a:r>
              <a:rPr lang="en-US" sz="140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visualisation</a:t>
            </a:r>
            <a:r>
              <a:rPr lang="en-US" sz="140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des données avec POWER BI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Ines Belhoussine Bachelor Data Analyst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4B54713-8DAB-7B1E-C3A6-AF6BA9316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 err="1">
                <a:solidFill>
                  <a:schemeClr val="bg1"/>
                </a:solidFill>
              </a:rPr>
              <a:t>Contexte</a:t>
            </a:r>
            <a:r>
              <a:rPr lang="en-US" sz="2600" dirty="0">
                <a:solidFill>
                  <a:schemeClr val="bg1"/>
                </a:solidFill>
              </a:rPr>
              <a:t> et </a:t>
            </a:r>
            <a:r>
              <a:rPr lang="en-US" sz="2600" dirty="0" err="1">
                <a:solidFill>
                  <a:schemeClr val="bg1"/>
                </a:solidFill>
              </a:rPr>
              <a:t>problématique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50292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DWFA est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ONG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dont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l’objectif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 de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faciliter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l’accès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l’eau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potable dans le monde. On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souhaite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avoir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un tableau de bord pour identifier les zones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géographiques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nécessitent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</a:t>
            </a:r>
            <a:r>
              <a:rPr lang="en-US" sz="13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intervention.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48840"/>
            <a:ext cx="2377440" cy="11430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8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48840"/>
            <a:ext cx="54864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8096" y="2267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569464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Construire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 tableau de bord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interactif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permet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d’analyser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l’accès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l’eau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trois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échelles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63240" y="2148840"/>
            <a:ext cx="2377440" cy="11430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63240" y="2148840"/>
            <a:ext cx="54864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66673" y="2561243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MONDE</a:t>
            </a:r>
            <a:endParaRPr lang="en-US" sz="1400" dirty="0"/>
          </a:p>
        </p:txBody>
      </p:sp>
      <p:sp>
        <p:nvSpPr>
          <p:cNvPr id="15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29000"/>
            <a:ext cx="2377440" cy="11430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29000"/>
            <a:ext cx="54864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22376" y="383578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</a:t>
            </a:r>
            <a:endParaRPr lang="en-US" sz="1400" dirty="0"/>
          </a:p>
        </p:txBody>
      </p:sp>
      <p:sp>
        <p:nvSpPr>
          <p:cNvPr id="19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63240" y="3429000"/>
            <a:ext cx="2377440" cy="11430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63240" y="3429000"/>
            <a:ext cx="54864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82696" y="3767831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</a:t>
            </a:r>
            <a:endParaRPr lang="en-US" sz="1400" dirty="0"/>
          </a:p>
        </p:txBody>
      </p:sp>
      <p:pic>
        <p:nvPicPr>
          <p:cNvPr id="23" name="Image 0" descr="Motif abstrait d'ondes d'eau lumineuses"/>
          <p:cNvPicPr>
            <a:picLocks noChangeAspect="1"/>
          </p:cNvPicPr>
          <p:nvPr/>
        </p:nvPicPr>
        <p:blipFill>
          <a:blip r:embed="rId3"/>
          <a:srcRect l="28166" r="28166"/>
          <a:stretch/>
        </p:blipFill>
        <p:spPr>
          <a:xfrm>
            <a:off x="5806440" y="1298448"/>
            <a:ext cx="2788920" cy="327355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8D561CF-A539-94AC-36F8-54E14D200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Besoins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métiers : Quels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analyser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?</a:t>
            </a:r>
            <a:endParaRPr lang="en-US" sz="26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Carte chiff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83664" cy="22860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</a:t>
            </a:r>
            <a:r>
              <a:rPr lang="en-US" sz="2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</a:t>
            </a:r>
            <a:r>
              <a:rPr lang="en-US" sz="20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l’eau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basique</a:t>
            </a:r>
            <a:endParaRPr lang="en-US" sz="1150" dirty="0">
              <a:solidFill>
                <a:schemeClr val="bg1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Accès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“safely managed”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9" name="Carte chiff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3472" y="1463040"/>
            <a:ext cx="1883664" cy="22860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98064" y="1691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98064" y="2359152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Population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totale</a:t>
            </a:r>
            <a:endParaRPr lang="en-US" sz="1150" dirty="0">
              <a:solidFill>
                <a:schemeClr val="bg1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Population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urbaine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/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rurale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2" name="Carte chiff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463040"/>
            <a:ext cx="1883664" cy="22860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82896" y="1691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Santé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82896" y="2359152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Décès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WASH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Taux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de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mortalité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WASH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5" name="Carte chiff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03136" y="1463040"/>
            <a:ext cx="1883664" cy="22860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67728" y="1691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Contexte</a:t>
            </a:r>
            <a:r>
              <a:rPr lang="en-US" sz="2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politique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67728" y="2359152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Stabilité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politique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</a:rPr>
              <a:t>L’analyse</a:t>
            </a:r>
            <a:r>
              <a:rPr lang="en-US" sz="1400" dirty="0">
                <a:solidFill>
                  <a:schemeClr val="bg1"/>
                </a:solidFill>
              </a:rPr>
              <a:t> doit </a:t>
            </a:r>
            <a:r>
              <a:rPr lang="en-US" sz="1400" dirty="0" err="1">
                <a:solidFill>
                  <a:schemeClr val="bg1"/>
                </a:solidFill>
              </a:rPr>
              <a:t>permettre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d’observer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l’évolution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temporelle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ces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indicateurs</a:t>
            </a:r>
            <a:r>
              <a:rPr lang="en-US" sz="1400" dirty="0">
                <a:solidFill>
                  <a:schemeClr val="bg1"/>
                </a:solidFill>
              </a:rPr>
              <a:t> et de </a:t>
            </a:r>
            <a:r>
              <a:rPr lang="en-US" sz="1400" dirty="0" err="1">
                <a:solidFill>
                  <a:schemeClr val="bg1"/>
                </a:solidFill>
              </a:rPr>
              <a:t>pouvoir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filtrer</a:t>
            </a:r>
            <a:r>
              <a:rPr lang="en-US" sz="1400" dirty="0">
                <a:solidFill>
                  <a:schemeClr val="bg1"/>
                </a:solidFill>
              </a:rPr>
              <a:t> les pays </a:t>
            </a:r>
            <a:r>
              <a:rPr lang="en-US" sz="1400" dirty="0" err="1">
                <a:solidFill>
                  <a:schemeClr val="bg1"/>
                </a:solidFill>
              </a:rPr>
              <a:t>selon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leur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stabilité</a:t>
            </a:r>
            <a:r>
              <a:rPr lang="en-US" sz="1400" dirty="0">
                <a:solidFill>
                  <a:schemeClr val="bg1"/>
                </a:solidFill>
              </a:rPr>
              <a:t> politique.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23290955-7ACE-AD1A-A670-93785694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et </a:t>
            </a:r>
            <a:r>
              <a:rPr lang="en-US" sz="2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prétraitement</a:t>
            </a:r>
            <a:endParaRPr lang="en-US" sz="24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BA29886-30AF-0020-F455-3A1D030865CD}"/>
              </a:ext>
            </a:extLst>
          </p:cNvPr>
          <p:cNvSpPr txBox="1"/>
          <p:nvPr/>
        </p:nvSpPr>
        <p:spPr>
          <a:xfrm>
            <a:off x="548640" y="1645424"/>
            <a:ext cx="7957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Données brutes 	Power Query 	Modèle	  Mesures DAX	Dashboard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D0F94C0-89E8-FCD6-08F4-6C7FD3AE37D5}"/>
              </a:ext>
            </a:extLst>
          </p:cNvPr>
          <p:cNvCxnSpPr/>
          <p:nvPr/>
        </p:nvCxnSpPr>
        <p:spPr>
          <a:xfrm>
            <a:off x="2181138" y="1862356"/>
            <a:ext cx="176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D0A2A2D-19A1-F254-98F4-9F39554DDB16}"/>
              </a:ext>
            </a:extLst>
          </p:cNvPr>
          <p:cNvCxnSpPr/>
          <p:nvPr/>
        </p:nvCxnSpPr>
        <p:spPr>
          <a:xfrm>
            <a:off x="3835168" y="1862356"/>
            <a:ext cx="176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26B72F2-E8BD-1421-AC35-3623A21D4729}"/>
              </a:ext>
            </a:extLst>
          </p:cNvPr>
          <p:cNvCxnSpPr/>
          <p:nvPr/>
        </p:nvCxnSpPr>
        <p:spPr>
          <a:xfrm>
            <a:off x="5059960" y="1862356"/>
            <a:ext cx="176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27DE3650-5CAE-1A62-07B6-6B3651827380}"/>
              </a:ext>
            </a:extLst>
          </p:cNvPr>
          <p:cNvCxnSpPr/>
          <p:nvPr/>
        </p:nvCxnSpPr>
        <p:spPr>
          <a:xfrm>
            <a:off x="6727123" y="1862356"/>
            <a:ext cx="176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26F1BF95-5340-0734-7E3B-1A601BA697F6}"/>
              </a:ext>
            </a:extLst>
          </p:cNvPr>
          <p:cNvSpPr txBox="1"/>
          <p:nvPr/>
        </p:nvSpPr>
        <p:spPr>
          <a:xfrm>
            <a:off x="687897" y="2315361"/>
            <a:ext cx="7206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Vérification et corrections des types de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Contrôle des valeurs manquantes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Gestion des granularités Total/Urban/Rural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Contrôle des années disponibles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Données WASH </a:t>
            </a:r>
            <a:r>
              <a:rPr lang="fr-FR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2016 uniquement</a:t>
            </a:r>
            <a:endParaRPr lang="fr-FR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420F443-A4AA-7B41-0E95-E63F76AF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Modèle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 de données</a:t>
            </a:r>
            <a:endParaRPr lang="en-US" sz="26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75EB9F6-A8A2-2299-D237-3EEEFF68C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92" y="1313426"/>
            <a:ext cx="7226894" cy="308391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86F2586-EB29-648F-3828-150CC893E6C3}"/>
              </a:ext>
            </a:extLst>
          </p:cNvPr>
          <p:cNvSpPr txBox="1"/>
          <p:nvPr/>
        </p:nvSpPr>
        <p:spPr>
          <a:xfrm>
            <a:off x="1774916" y="4503475"/>
            <a:ext cx="563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DimYear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dirty="0" err="1">
                <a:solidFill>
                  <a:schemeClr val="bg1"/>
                </a:solidFill>
              </a:rPr>
              <a:t>RegionCountry</a:t>
            </a:r>
            <a:r>
              <a:rPr lang="fr-FR" dirty="0">
                <a:solidFill>
                  <a:schemeClr val="bg1"/>
                </a:solidFill>
              </a:rPr>
              <a:t> deux dimensions importantes.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C08DDCF-4E9E-AD18-496C-EE7E3F385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Blueprint</a:t>
            </a:r>
            <a:endParaRPr lang="en-US" sz="26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08992627-3D40-6DF9-D1B8-57BB21F07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80" y="1374629"/>
            <a:ext cx="4267246" cy="3171481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D377FA01-0605-6139-BA0A-A924004F7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262" y="347472"/>
            <a:ext cx="3447911" cy="2806865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AAB12D4F-590C-694B-5FF3-158349948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863" y="3198787"/>
            <a:ext cx="3848707" cy="138362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D2DAC8C-08AA-BFC0-8762-85ECB5526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Mesures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calculés</a:t>
            </a:r>
            <a:endParaRPr lang="en-US" sz="26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pic>
        <p:nvPicPr>
          <p:cNvPr id="6" name="Image 0" descr="Lit de rivière asséché et craquelé sous un ciel d'orage"/>
          <p:cNvPicPr>
            <a:picLocks noChangeAspect="1"/>
          </p:cNvPicPr>
          <p:nvPr/>
        </p:nvPicPr>
        <p:blipFill>
          <a:blip r:embed="rId3"/>
          <a:srcRect l="14840" r="14840"/>
          <a:stretch/>
        </p:blipFill>
        <p:spPr>
          <a:xfrm>
            <a:off x="5074920" y="1234440"/>
            <a:ext cx="3520440" cy="3337560"/>
          </a:xfrm>
          <a:prstGeom prst="rect">
            <a:avLst/>
          </a:prstGeom>
        </p:spPr>
      </p:pic>
      <p:sp>
        <p:nvSpPr>
          <p:cNvPr id="7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34440"/>
            <a:ext cx="4297680" cy="77724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34440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68096" y="13533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16550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Distinction des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granularités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pour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éviter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 doubles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comptages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" y="2073402"/>
            <a:ext cx="4297680" cy="89154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84832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768096" y="211226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</a:t>
            </a: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</a:t>
            </a: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l’eau</a:t>
            </a:r>
            <a:endParaRPr lang="en-US" sz="1400" b="1" dirty="0">
              <a:solidFill>
                <a:srgbClr val="22D3EE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95528" y="2261441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Taux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moyen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d’accès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aux services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basiques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“safely managed” avec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prise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compte de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l’année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sélectionnée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dernière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année</a:t>
            </a:r>
            <a:r>
              <a:rPr lang="en-US" sz="1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disponible.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87268"/>
            <a:ext cx="4297680" cy="973836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87268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68096" y="340614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Efficacité</a:t>
            </a: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politique de </a:t>
            </a: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l’eau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68096" y="3707892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l’indicateur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combinant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bon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l’eau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faible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mortalité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WASH (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mortalité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normalisée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1912DE81-7457-23A8-3A54-984ADD856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Dashboard: Vue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mondiale</a:t>
            </a:r>
            <a:endParaRPr lang="en-US" sz="26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3EE6425-CDA6-ABB3-9B43-7F6C6FA9F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540" y="1078992"/>
            <a:ext cx="5772447" cy="37530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2E9280A-D3F8-8234-2AA2-4A17CCF9A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0029" y="64008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B58FF-BB54-B412-60D3-1B49EE54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38E712-47C7-488C-3829-EBD4801EB33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Dashboard: Vue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régionale</a:t>
            </a:r>
            <a:endParaRPr lang="en-US" sz="2600" dirty="0"/>
          </a:p>
        </p:txBody>
      </p:sp>
      <p:sp>
        <p:nvSpPr>
          <p:cNvPr id="3" name="Filet accent">
            <a:extLst>
              <a:ext uri="{FF2B5EF4-FFF2-40B4-BE49-F238E27FC236}">
                <a16:creationId xmlns:a16="http://schemas.microsoft.com/office/drawing/2014/main" id="{D55CF850-4CA4-5092-2B2F-22F2BFC06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FF2B5EF4-FFF2-40B4-BE49-F238E27FC236}">
                <a16:creationId xmlns:a16="http://schemas.microsoft.com/office/drawing/2014/main" id="{5B6F7F17-F42B-3C47-E0CC-29FEA245F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C2D521-0463-34DD-4D02-3EEFA8D02C7D}"/>
              </a:ext>
            </a:extLst>
          </p:cNvPr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02801D8-BE67-83AA-BD3C-59457B9BC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193292"/>
            <a:ext cx="7710485" cy="384116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1C1E89B-7479-3235-434E-090E3736B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42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BB3C6-3F01-B32F-5A96-E466A0AD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19FC07-958C-3125-8B7B-CD1D9D32AAE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Dashboard: Vue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nationale</a:t>
            </a:r>
            <a:endParaRPr lang="en-US" sz="2600" dirty="0"/>
          </a:p>
        </p:txBody>
      </p:sp>
      <p:sp>
        <p:nvSpPr>
          <p:cNvPr id="3" name="Filet accent">
            <a:extLst>
              <a:ext uri="{FF2B5EF4-FFF2-40B4-BE49-F238E27FC236}">
                <a16:creationId xmlns:a16="http://schemas.microsoft.com/office/drawing/2014/main" id="{06B57D2A-C736-ACEB-1CEC-1D1965F8B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FF2B5EF4-FFF2-40B4-BE49-F238E27FC236}">
                <a16:creationId xmlns:a16="http://schemas.microsoft.com/office/drawing/2014/main" id="{881AFE40-B3FC-7008-DB8B-D3F3C9443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D82448-4FBB-2470-4B99-18B27C4052AD}"/>
              </a:ext>
            </a:extLst>
          </p:cNvPr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2903004-2CF9-2004-C495-BECFEFCE3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8480"/>
            <a:ext cx="9144000" cy="249968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2D5BAF5-E02E-B7AA-6096-DE89ECA57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Power BI ?</a:t>
            </a:r>
            <a:endParaRPr lang="en-US" sz="26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2606040" cy="123444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8096" y="1856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Modélisation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157984"/>
            <a:ext cx="222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plusieurs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tables et de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leurs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relations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737360"/>
            <a:ext cx="2606040" cy="123444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73736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11296" y="18562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11296" y="2157984"/>
            <a:ext cx="2221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mesures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dynamiques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5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737360"/>
            <a:ext cx="2560320" cy="123444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73736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254496" y="18562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Interactivitié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54496" y="2157984"/>
            <a:ext cx="21762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Filtres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année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pays,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région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stabilité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politique.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9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27248"/>
            <a:ext cx="3931920" cy="13716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27248"/>
            <a:ext cx="54864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68096" y="32461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cs typeface="Segoe UI" pitchFamily="34" charset="-120"/>
              </a:rPr>
              <a:t>Visualisation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3547872"/>
            <a:ext cx="3547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Combinaison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KPI,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courbes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barres,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nuages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points et cartes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géographiques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3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127248"/>
            <a:ext cx="3931920" cy="137160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127248"/>
            <a:ext cx="54864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82896" y="32461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du choix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82896" y="3547872"/>
            <a:ext cx="3547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Power BI </a:t>
            </a:r>
            <a:r>
              <a:rPr lang="en-US" sz="1100" dirty="0" err="1">
                <a:solidFill>
                  <a:schemeClr val="bg1"/>
                </a:solidFill>
              </a:rPr>
              <a:t>transforme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plusieurs</a:t>
            </a:r>
            <a:r>
              <a:rPr lang="en-US" sz="1100" dirty="0">
                <a:solidFill>
                  <a:schemeClr val="bg1"/>
                </a:solidFill>
              </a:rPr>
              <a:t> sources de données </a:t>
            </a:r>
            <a:r>
              <a:rPr lang="en-US" sz="1100" dirty="0" err="1">
                <a:solidFill>
                  <a:schemeClr val="bg1"/>
                </a:solidFill>
              </a:rPr>
              <a:t>en</a:t>
            </a:r>
            <a:r>
              <a:rPr lang="en-US" sz="1100" dirty="0">
                <a:solidFill>
                  <a:schemeClr val="bg1"/>
                </a:solidFill>
              </a:rPr>
              <a:t> un </a:t>
            </a:r>
            <a:r>
              <a:rPr lang="en-US" sz="1100" dirty="0" err="1">
                <a:solidFill>
                  <a:schemeClr val="bg1"/>
                </a:solidFill>
              </a:rPr>
              <a:t>outil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d’aide</a:t>
            </a:r>
            <a:r>
              <a:rPr lang="en-US" sz="1100" dirty="0">
                <a:solidFill>
                  <a:schemeClr val="bg1"/>
                </a:solidFill>
              </a:rPr>
              <a:t> à la </a:t>
            </a:r>
            <a:r>
              <a:rPr lang="en-US" sz="1100" dirty="0" err="1">
                <a:solidFill>
                  <a:schemeClr val="bg1"/>
                </a:solidFill>
              </a:rPr>
              <a:t>décision</a:t>
            </a:r>
            <a:r>
              <a:rPr lang="en-US" sz="1100" dirty="0">
                <a:solidFill>
                  <a:schemeClr val="bg1"/>
                </a:solidFill>
              </a:rPr>
              <a:t> et </a:t>
            </a:r>
            <a:r>
              <a:rPr lang="en-US" sz="1100" dirty="0" err="1">
                <a:solidFill>
                  <a:schemeClr val="bg1"/>
                </a:solidFill>
              </a:rPr>
              <a:t>adapté</a:t>
            </a:r>
            <a:r>
              <a:rPr lang="en-US" sz="1100" dirty="0">
                <a:solidFill>
                  <a:schemeClr val="bg1"/>
                </a:solidFill>
              </a:rPr>
              <a:t> pour les </a:t>
            </a:r>
            <a:r>
              <a:rPr lang="en-US" sz="1100" dirty="0" err="1">
                <a:solidFill>
                  <a:schemeClr val="bg1"/>
                </a:solidFill>
              </a:rPr>
              <a:t>besoins</a:t>
            </a:r>
            <a:r>
              <a:rPr lang="en-US" sz="1100" dirty="0">
                <a:solidFill>
                  <a:schemeClr val="bg1"/>
                </a:solidFill>
              </a:rPr>
              <a:t> de DWFA.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11CA565E-9D11-F1FA-0CAE-0537D2EAA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Choix des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visualisations</a:t>
            </a:r>
            <a:endParaRPr lang="en-US" sz="26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D256E03E-3393-E831-F535-BA16FC183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553985"/>
              </p:ext>
            </p:extLst>
          </p:nvPr>
        </p:nvGraphicFramePr>
        <p:xfrm>
          <a:off x="819324" y="1299331"/>
          <a:ext cx="7057938" cy="3550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646">
                  <a:extLst>
                    <a:ext uri="{9D8B030D-6E8A-4147-A177-3AD203B41FA5}">
                      <a16:colId xmlns:a16="http://schemas.microsoft.com/office/drawing/2014/main" val="2631365842"/>
                    </a:ext>
                  </a:extLst>
                </a:gridCol>
                <a:gridCol w="2352646">
                  <a:extLst>
                    <a:ext uri="{9D8B030D-6E8A-4147-A177-3AD203B41FA5}">
                      <a16:colId xmlns:a16="http://schemas.microsoft.com/office/drawing/2014/main" val="1391567153"/>
                    </a:ext>
                  </a:extLst>
                </a:gridCol>
                <a:gridCol w="2352646">
                  <a:extLst>
                    <a:ext uri="{9D8B030D-6E8A-4147-A177-3AD203B41FA5}">
                      <a16:colId xmlns:a16="http://schemas.microsoft.com/office/drawing/2014/main" val="2602720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Besoin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Visualisation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Pourquoi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734379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r>
                        <a:rPr lang="fr-FR" dirty="0"/>
                        <a:t>Evolution dans le temps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Line plot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Pour visualiser une tendance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934773"/>
                  </a:ext>
                </a:extLst>
              </a:tr>
              <a:tr h="743928">
                <a:tc>
                  <a:txBody>
                    <a:bodyPr/>
                    <a:lstStyle/>
                    <a:p>
                      <a:r>
                        <a:rPr lang="fr-FR" dirty="0"/>
                        <a:t>Comparaison entre régions/pays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Barplot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Comparer rapidement les valeurs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851806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r>
                        <a:rPr lang="fr-FR" dirty="0"/>
                        <a:t>Urbain vs Rural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Stacked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barplot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Visualiser une composition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713949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r>
                        <a:rPr lang="fr-FR" dirty="0"/>
                        <a:t>Relation entre 2 indicateurs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Scatter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Identifier une 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143294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r>
                        <a:rPr lang="fr-FR" dirty="0"/>
                        <a:t>Analyse géographique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Localiser les disparités.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452169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B87C462D-BFFC-1F4A-793F-7AE340690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	</a:t>
            </a:r>
            <a:endParaRPr lang="en-US" sz="2600" dirty="0"/>
          </a:p>
        </p:txBody>
      </p:sp>
      <p:sp>
        <p:nvSpPr>
          <p:cNvPr id="3" name="Fi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78992"/>
            <a:ext cx="1005840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Bandeau b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626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pic>
        <p:nvPicPr>
          <p:cNvPr id="6" name="Image 0" descr="Vue aérienne d'une usine de traitement de l'eau au crépuscule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5257800" y="1234440"/>
            <a:ext cx="3337560" cy="3337560"/>
          </a:xfrm>
          <a:prstGeom prst="rect">
            <a:avLst/>
          </a:prstGeom>
        </p:spPr>
      </p:pic>
      <p:sp>
        <p:nvSpPr>
          <p:cNvPr id="7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34440"/>
            <a:ext cx="4480560" cy="77724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34440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68096" y="135331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vision multi-</a:t>
            </a: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échelle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1655064"/>
            <a:ext cx="4096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Monde –Region - Pays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84832"/>
            <a:ext cx="4480560" cy="77724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84832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768096" y="220370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</a:t>
            </a: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</a:t>
            </a: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multidimensionnelle</a:t>
            </a: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	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8096" y="2505456"/>
            <a:ext cx="4096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Population,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accès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à 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l’eau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, santé ,</a:t>
            </a:r>
            <a:r>
              <a:rPr lang="en-US" sz="1150" dirty="0" err="1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stabilité</a:t>
            </a:r>
            <a:r>
              <a:rPr lang="en-US" sz="1150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politique 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5" name="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35224"/>
            <a:ext cx="4480560" cy="777240"/>
          </a:xfrm>
          <a:prstGeom prst="rect">
            <a:avLst/>
          </a:prstGeom>
          <a:solidFill>
            <a:srgbClr val="0D2340"/>
          </a:solidFill>
          <a:ln w="12700">
            <a:solidFill>
              <a:srgbClr val="17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Accent car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35224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68096" y="305409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Outil</a:t>
            </a: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 err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d’aide</a:t>
            </a: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la decision	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68096" y="3355848"/>
            <a:ext cx="4096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bg1"/>
                </a:solidFill>
              </a:rPr>
              <a:t>Identifier les zones </a:t>
            </a:r>
            <a:r>
              <a:rPr lang="en-US" sz="1150" dirty="0" err="1">
                <a:solidFill>
                  <a:schemeClr val="bg1"/>
                </a:solidFill>
              </a:rPr>
              <a:t>prioritaires</a:t>
            </a:r>
            <a:r>
              <a:rPr lang="en-US" sz="1150" dirty="0">
                <a:solidFill>
                  <a:schemeClr val="bg1"/>
                </a:solidFill>
              </a:rPr>
              <a:t> et </a:t>
            </a:r>
            <a:r>
              <a:rPr lang="en-US" sz="1150" dirty="0" err="1">
                <a:solidFill>
                  <a:schemeClr val="bg1"/>
                </a:solidFill>
              </a:rPr>
              <a:t>orienter</a:t>
            </a:r>
            <a:r>
              <a:rPr lang="en-US" sz="1150" dirty="0">
                <a:solidFill>
                  <a:schemeClr val="bg1"/>
                </a:solidFill>
              </a:rPr>
              <a:t> les interventions de DWFA.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92E1DF8-48F8-B3B5-1A0F-50F7F7D2F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147" y="-37665"/>
            <a:ext cx="1612425" cy="5661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453</Words>
  <Application>Microsoft Office PowerPoint</Application>
  <PresentationFormat>Affichage à l'écran (16:9)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Etude de l’accès à l’eau potable dans le monde</vt:lpstr>
      <vt:lpstr>Contexte et problématique</vt:lpstr>
      <vt:lpstr>Besoins métiers : Quels indicateurs analyser ?</vt:lpstr>
      <vt:lpstr>Données et prétraitement</vt:lpstr>
      <vt:lpstr>Modèle de données</vt:lpstr>
      <vt:lpstr>Blueprint</vt:lpstr>
      <vt:lpstr>Mesures et indicateurs calculés</vt:lpstr>
      <vt:lpstr>Dashboard: Vue mondiale</vt:lpstr>
      <vt:lpstr>Dashboard: Vue régionale</vt:lpstr>
      <vt:lpstr>Dashboard: Vue nationale</vt:lpstr>
      <vt:lpstr>Pourquoi Power BI ?</vt:lpstr>
      <vt:lpstr>Choix des visualisations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Belhoussine</dc:creator>
  <cp:lastModifiedBy>Ines Belhoussine</cp:lastModifiedBy>
  <cp:revision>1</cp:revision>
  <dcterms:created xsi:type="dcterms:W3CDTF">2026-08-28T18:40:39Z</dcterms:created>
  <dcterms:modified xsi:type="dcterms:W3CDTF">2026-08-29T01:06:31Z</dcterms:modified>
</cp:coreProperties>
</file>